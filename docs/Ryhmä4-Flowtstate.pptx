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3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fi-FI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CE3A577-80D6-B10C-20EF-9DBE472190E9}" v="24" dt="2026-05-19T13:08:08.279"/>
    <p1510:client id="{4B00335E-AC6F-4942-85F7-6F78DCD92327}" v="83" dt="2026-05-19T08:17:14.936"/>
    <p1510:client id="{EF585844-ABCF-D574-3CC3-4720FFCE10AD}" v="11" dt="2026-05-19T10:38:30.44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72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11" Type="http://schemas.microsoft.com/office/2015/10/relationships/revisionInfo" Target="revisionInfo.xml"/><Relationship Id="rId5" Type="http://schemas.openxmlformats.org/officeDocument/2006/relationships/slide" Target="slides/slide4.xml"/><Relationship Id="rId10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okki Jesse" userId="S::ag2381@student.jamk.fi::d9607a61-87f6-4b9e-8e61-6cb906cb5c24" providerId="AD" clId="Web-{3CE3A577-80D6-B10C-20EF-9DBE472190E9}"/>
    <pc:docChg chg="modSld">
      <pc:chgData name="Kokki Jesse" userId="S::ag2381@student.jamk.fi::d9607a61-87f6-4b9e-8e61-6cb906cb5c24" providerId="AD" clId="Web-{3CE3A577-80D6-B10C-20EF-9DBE472190E9}" dt="2026-05-19T13:08:08.279" v="23" actId="20577"/>
      <pc:docMkLst>
        <pc:docMk/>
      </pc:docMkLst>
      <pc:sldChg chg="modSp">
        <pc:chgData name="Kokki Jesse" userId="S::ag2381@student.jamk.fi::d9607a61-87f6-4b9e-8e61-6cb906cb5c24" providerId="AD" clId="Web-{3CE3A577-80D6-B10C-20EF-9DBE472190E9}" dt="2026-05-19T13:08:08.279" v="23" actId="20577"/>
        <pc:sldMkLst>
          <pc:docMk/>
          <pc:sldMk cId="3832169175" sldId="258"/>
        </pc:sldMkLst>
        <pc:spChg chg="mod">
          <ac:chgData name="Kokki Jesse" userId="S::ag2381@student.jamk.fi::d9607a61-87f6-4b9e-8e61-6cb906cb5c24" providerId="AD" clId="Web-{3CE3A577-80D6-B10C-20EF-9DBE472190E9}" dt="2026-05-19T13:08:08.279" v="23" actId="20577"/>
          <ac:spMkLst>
            <pc:docMk/>
            <pc:sldMk cId="3832169175" sldId="258"/>
            <ac:spMk id="3" creationId="{F26F0584-D621-8D0A-1BF8-9B696152E2AB}"/>
          </ac:spMkLst>
        </pc:spChg>
      </pc:sldChg>
    </pc:docChg>
  </pc:docChgLst>
  <pc:docChgLst>
    <pc:chgData name="Järvinen Annika" userId="fe55a019-5127-468b-98e0-186b1d59be93" providerId="ADAL" clId="{0892AC86-8163-46EE-9A27-DE2921E0048B}"/>
    <pc:docChg chg="undo custSel addSld delSld modSld">
      <pc:chgData name="Järvinen Annika" userId="fe55a019-5127-468b-98e0-186b1d59be93" providerId="ADAL" clId="{0892AC86-8163-46EE-9A27-DE2921E0048B}" dt="2026-05-19T14:02:22.099" v="1299" actId="20577"/>
      <pc:docMkLst>
        <pc:docMk/>
      </pc:docMkLst>
      <pc:sldChg chg="addSp delSp modSp mod">
        <pc:chgData name="Järvinen Annika" userId="fe55a019-5127-468b-98e0-186b1d59be93" providerId="ADAL" clId="{0892AC86-8163-46EE-9A27-DE2921E0048B}" dt="2026-05-19T06:33:49.593" v="925" actId="1076"/>
        <pc:sldMkLst>
          <pc:docMk/>
          <pc:sldMk cId="1579905904" sldId="256"/>
        </pc:sldMkLst>
        <pc:spChg chg="mod">
          <ac:chgData name="Järvinen Annika" userId="fe55a019-5127-468b-98e0-186b1d59be93" providerId="ADAL" clId="{0892AC86-8163-46EE-9A27-DE2921E0048B}" dt="2026-05-13T07:52:47.947" v="14" actId="113"/>
          <ac:spMkLst>
            <pc:docMk/>
            <pc:sldMk cId="1579905904" sldId="256"/>
            <ac:spMk id="2" creationId="{C41C3FAB-5159-C72F-5DF7-4009A09C400E}"/>
          </ac:spMkLst>
        </pc:spChg>
        <pc:spChg chg="mod">
          <ac:chgData name="Järvinen Annika" userId="fe55a019-5127-468b-98e0-186b1d59be93" providerId="ADAL" clId="{0892AC86-8163-46EE-9A27-DE2921E0048B}" dt="2026-05-15T10:29:32.775" v="243" actId="255"/>
          <ac:spMkLst>
            <pc:docMk/>
            <pc:sldMk cId="1579905904" sldId="256"/>
            <ac:spMk id="3" creationId="{0ACF22CF-B642-86E0-4C71-01EBAC8FB962}"/>
          </ac:spMkLst>
        </pc:spChg>
        <pc:spChg chg="add mod">
          <ac:chgData name="Järvinen Annika" userId="fe55a019-5127-468b-98e0-186b1d59be93" providerId="ADAL" clId="{0892AC86-8163-46EE-9A27-DE2921E0048B}" dt="2026-05-19T06:33:44.102" v="924" actId="14100"/>
          <ac:spMkLst>
            <pc:docMk/>
            <pc:sldMk cId="1579905904" sldId="256"/>
            <ac:spMk id="6" creationId="{B4B8C361-60D7-5BBA-EBDC-C5C63C6683C4}"/>
          </ac:spMkLst>
        </pc:spChg>
        <pc:picChg chg="add del mod">
          <ac:chgData name="Järvinen Annika" userId="fe55a019-5127-468b-98e0-186b1d59be93" providerId="ADAL" clId="{0892AC86-8163-46EE-9A27-DE2921E0048B}" dt="2026-05-19T06:28:10.749" v="916" actId="478"/>
          <ac:picMkLst>
            <pc:docMk/>
            <pc:sldMk cId="1579905904" sldId="256"/>
            <ac:picMk id="8" creationId="{5259DC81-B4CA-1ED5-DF8D-0D3690EA5565}"/>
          </ac:picMkLst>
        </pc:picChg>
        <pc:picChg chg="add mod">
          <ac:chgData name="Järvinen Annika" userId="fe55a019-5127-468b-98e0-186b1d59be93" providerId="ADAL" clId="{0892AC86-8163-46EE-9A27-DE2921E0048B}" dt="2026-05-19T06:33:49.593" v="925" actId="1076"/>
          <ac:picMkLst>
            <pc:docMk/>
            <pc:sldMk cId="1579905904" sldId="256"/>
            <ac:picMk id="12" creationId="{880D8072-4D30-F00E-531D-CCF54F13C7A6}"/>
          </ac:picMkLst>
        </pc:picChg>
      </pc:sldChg>
      <pc:sldChg chg="addSp delSp modSp mod setBg">
        <pc:chgData name="Järvinen Annika" userId="fe55a019-5127-468b-98e0-186b1d59be93" providerId="ADAL" clId="{0892AC86-8163-46EE-9A27-DE2921E0048B}" dt="2026-05-19T07:37:45.928" v="1223" actId="27636"/>
        <pc:sldMkLst>
          <pc:docMk/>
          <pc:sldMk cId="2195358908" sldId="257"/>
        </pc:sldMkLst>
        <pc:spChg chg="mod">
          <ac:chgData name="Järvinen Annika" userId="fe55a019-5127-468b-98e0-186b1d59be93" providerId="ADAL" clId="{0892AC86-8163-46EE-9A27-DE2921E0048B}" dt="2026-05-15T10:22:33.183" v="213" actId="26606"/>
          <ac:spMkLst>
            <pc:docMk/>
            <pc:sldMk cId="2195358908" sldId="257"/>
            <ac:spMk id="2" creationId="{C4669169-B5E1-09A6-D499-4961A1C56A4F}"/>
          </ac:spMkLst>
        </pc:spChg>
        <pc:spChg chg="add mod">
          <ac:chgData name="Järvinen Annika" userId="fe55a019-5127-468b-98e0-186b1d59be93" providerId="ADAL" clId="{0892AC86-8163-46EE-9A27-DE2921E0048B}" dt="2026-05-19T07:37:45.928" v="1223" actId="27636"/>
          <ac:spMkLst>
            <pc:docMk/>
            <pc:sldMk cId="2195358908" sldId="257"/>
            <ac:spMk id="3" creationId="{166B89AE-BA40-1AC6-AE31-2B5E645E28BE}"/>
          </ac:spMkLst>
        </pc:spChg>
        <pc:spChg chg="add">
          <ac:chgData name="Järvinen Annika" userId="fe55a019-5127-468b-98e0-186b1d59be93" providerId="ADAL" clId="{0892AC86-8163-46EE-9A27-DE2921E0048B}" dt="2026-05-15T10:22:33.183" v="213" actId="26606"/>
          <ac:spMkLst>
            <pc:docMk/>
            <pc:sldMk cId="2195358908" sldId="257"/>
            <ac:spMk id="14" creationId="{DBDA151C-5770-45E4-AAFF-59E7F403866D}"/>
          </ac:spMkLst>
        </pc:spChg>
        <pc:picChg chg="add mod ord">
          <ac:chgData name="Järvinen Annika" userId="fe55a019-5127-468b-98e0-186b1d59be93" providerId="ADAL" clId="{0892AC86-8163-46EE-9A27-DE2921E0048B}" dt="2026-05-15T10:30:05.277" v="244" actId="1076"/>
          <ac:picMkLst>
            <pc:docMk/>
            <pc:sldMk cId="2195358908" sldId="257"/>
            <ac:picMk id="9" creationId="{1ED25717-E16E-0945-BAF8-1F7A8C36990C}"/>
          </ac:picMkLst>
        </pc:picChg>
        <pc:cxnChg chg="add">
          <ac:chgData name="Järvinen Annika" userId="fe55a019-5127-468b-98e0-186b1d59be93" providerId="ADAL" clId="{0892AC86-8163-46EE-9A27-DE2921E0048B}" dt="2026-05-15T10:22:33.183" v="213" actId="26606"/>
          <ac:cxnSpMkLst>
            <pc:docMk/>
            <pc:sldMk cId="2195358908" sldId="257"/>
            <ac:cxnSpMk id="16" creationId="{E62D3963-2153-4637-96E6-E31BD2CE5D0D}"/>
          </ac:cxnSpMkLst>
        </pc:cxnChg>
      </pc:sldChg>
      <pc:sldChg chg="addSp delSp modSp mod setBg">
        <pc:chgData name="Järvinen Annika" userId="fe55a019-5127-468b-98e0-186b1d59be93" providerId="ADAL" clId="{0892AC86-8163-46EE-9A27-DE2921E0048B}" dt="2026-05-15T11:37:05.869" v="876" actId="20577"/>
        <pc:sldMkLst>
          <pc:docMk/>
          <pc:sldMk cId="3832169175" sldId="258"/>
        </pc:sldMkLst>
        <pc:spChg chg="mod">
          <ac:chgData name="Järvinen Annika" userId="fe55a019-5127-468b-98e0-186b1d59be93" providerId="ADAL" clId="{0892AC86-8163-46EE-9A27-DE2921E0048B}" dt="2026-05-15T10:31:31.659" v="253" actId="26606"/>
          <ac:spMkLst>
            <pc:docMk/>
            <pc:sldMk cId="3832169175" sldId="258"/>
            <ac:spMk id="2" creationId="{9C8AB282-21C7-9876-8136-4DC5320EF46C}"/>
          </ac:spMkLst>
        </pc:spChg>
        <pc:spChg chg="add del mod">
          <ac:chgData name="Järvinen Annika" userId="fe55a019-5127-468b-98e0-186b1d59be93" providerId="ADAL" clId="{0892AC86-8163-46EE-9A27-DE2921E0048B}" dt="2026-05-15T11:37:05.869" v="876" actId="20577"/>
          <ac:spMkLst>
            <pc:docMk/>
            <pc:sldMk cId="3832169175" sldId="258"/>
            <ac:spMk id="3" creationId="{F26F0584-D621-8D0A-1BF8-9B696152E2AB}"/>
          </ac:spMkLst>
        </pc:spChg>
        <pc:picChg chg="add mod">
          <ac:chgData name="Järvinen Annika" userId="fe55a019-5127-468b-98e0-186b1d59be93" providerId="ADAL" clId="{0892AC86-8163-46EE-9A27-DE2921E0048B}" dt="2026-05-15T10:31:40.378" v="255"/>
          <ac:picMkLst>
            <pc:docMk/>
            <pc:sldMk cId="3832169175" sldId="258"/>
            <ac:picMk id="5" creationId="{F857941A-33D1-F6E9-436E-C423EE48AA39}"/>
          </ac:picMkLst>
        </pc:picChg>
      </pc:sldChg>
      <pc:sldChg chg="addSp delSp modSp mod">
        <pc:chgData name="Järvinen Annika" userId="fe55a019-5127-468b-98e0-186b1d59be93" providerId="ADAL" clId="{0892AC86-8163-46EE-9A27-DE2921E0048B}" dt="2026-05-19T14:02:22.099" v="1299" actId="20577"/>
        <pc:sldMkLst>
          <pc:docMk/>
          <pc:sldMk cId="3344868858" sldId="259"/>
        </pc:sldMkLst>
        <pc:spChg chg="mod">
          <ac:chgData name="Järvinen Annika" userId="fe55a019-5127-468b-98e0-186b1d59be93" providerId="ADAL" clId="{0892AC86-8163-46EE-9A27-DE2921E0048B}" dt="2026-05-19T07:34:08.888" v="1040" actId="1076"/>
          <ac:spMkLst>
            <pc:docMk/>
            <pc:sldMk cId="3344868858" sldId="259"/>
            <ac:spMk id="2" creationId="{8E470C63-C076-943B-1178-54952613A1AB}"/>
          </ac:spMkLst>
        </pc:spChg>
        <pc:spChg chg="del mod">
          <ac:chgData name="Järvinen Annika" userId="fe55a019-5127-468b-98e0-186b1d59be93" providerId="ADAL" clId="{0892AC86-8163-46EE-9A27-DE2921E0048B}" dt="2026-05-19T08:17:14.936" v="1274" actId="478"/>
          <ac:spMkLst>
            <pc:docMk/>
            <pc:sldMk cId="3344868858" sldId="259"/>
            <ac:spMk id="3" creationId="{E5815915-5241-3A54-1A35-83E5C4426656}"/>
          </ac:spMkLst>
        </pc:spChg>
        <pc:spChg chg="add mod">
          <ac:chgData name="Järvinen Annika" userId="fe55a019-5127-468b-98e0-186b1d59be93" providerId="ADAL" clId="{0892AC86-8163-46EE-9A27-DE2921E0048B}" dt="2026-05-19T14:02:22.099" v="1299" actId="20577"/>
          <ac:spMkLst>
            <pc:docMk/>
            <pc:sldMk cId="3344868858" sldId="259"/>
            <ac:spMk id="6" creationId="{0489CC75-858F-503D-9BA7-FC5D28F52F9F}"/>
          </ac:spMkLst>
        </pc:spChg>
        <pc:picChg chg="add mod">
          <ac:chgData name="Järvinen Annika" userId="fe55a019-5127-468b-98e0-186b1d59be93" providerId="ADAL" clId="{0892AC86-8163-46EE-9A27-DE2921E0048B}" dt="2026-05-15T10:31:43.996" v="256"/>
          <ac:picMkLst>
            <pc:docMk/>
            <pc:sldMk cId="3344868858" sldId="259"/>
            <ac:picMk id="5" creationId="{78AFF3DB-B908-B45A-F9BA-2FA23F28CB50}"/>
          </ac:picMkLst>
        </pc:picChg>
      </pc:sldChg>
      <pc:sldChg chg="addSp delSp modSp del mod">
        <pc:chgData name="Järvinen Annika" userId="fe55a019-5127-468b-98e0-186b1d59be93" providerId="ADAL" clId="{0892AC86-8163-46EE-9A27-DE2921E0048B}" dt="2026-05-19T06:18:45.012" v="894" actId="47"/>
        <pc:sldMkLst>
          <pc:docMk/>
          <pc:sldMk cId="1276762784" sldId="260"/>
        </pc:sldMkLst>
        <pc:spChg chg="mod">
          <ac:chgData name="Järvinen Annika" userId="fe55a019-5127-468b-98e0-186b1d59be93" providerId="ADAL" clId="{0892AC86-8163-46EE-9A27-DE2921E0048B}" dt="2026-05-19T06:18:39.180" v="893" actId="6549"/>
          <ac:spMkLst>
            <pc:docMk/>
            <pc:sldMk cId="1276762784" sldId="260"/>
            <ac:spMk id="3" creationId="{678F6D49-EFFE-4674-1565-B755BE4D84AF}"/>
          </ac:spMkLst>
        </pc:spChg>
        <pc:picChg chg="add del mod">
          <ac:chgData name="Järvinen Annika" userId="fe55a019-5127-468b-98e0-186b1d59be93" providerId="ADAL" clId="{0892AC86-8163-46EE-9A27-DE2921E0048B}" dt="2026-05-19T06:18:30.479" v="892" actId="478"/>
          <ac:picMkLst>
            <pc:docMk/>
            <pc:sldMk cId="1276762784" sldId="260"/>
            <ac:picMk id="11" creationId="{04B2196E-51C3-62B4-EED6-14EB88C00CF7}"/>
          </ac:picMkLst>
        </pc:picChg>
      </pc:sldChg>
    </pc:docChg>
  </pc:docChgLst>
  <pc:docChgLst>
    <pc:chgData name="Kokki Jesse" userId="S::ag2381@student.jamk.fi::d9607a61-87f6-4b9e-8e61-6cb906cb5c24" providerId="AD" clId="Web-{EF585844-ABCF-D574-3CC3-4720FFCE10AD}"/>
    <pc:docChg chg="modSld">
      <pc:chgData name="Kokki Jesse" userId="S::ag2381@student.jamk.fi::d9607a61-87f6-4b9e-8e61-6cb906cb5c24" providerId="AD" clId="Web-{EF585844-ABCF-D574-3CC3-4720FFCE10AD}" dt="2026-05-19T10:38:30.446" v="10" actId="20577"/>
      <pc:docMkLst>
        <pc:docMk/>
      </pc:docMkLst>
      <pc:sldChg chg="modSp">
        <pc:chgData name="Kokki Jesse" userId="S::ag2381@student.jamk.fi::d9607a61-87f6-4b9e-8e61-6cb906cb5c24" providerId="AD" clId="Web-{EF585844-ABCF-D574-3CC3-4720FFCE10AD}" dt="2026-05-19T10:38:30.446" v="10" actId="20577"/>
        <pc:sldMkLst>
          <pc:docMk/>
          <pc:sldMk cId="2195358908" sldId="257"/>
        </pc:sldMkLst>
        <pc:spChg chg="mod">
          <ac:chgData name="Kokki Jesse" userId="S::ag2381@student.jamk.fi::d9607a61-87f6-4b9e-8e61-6cb906cb5c24" providerId="AD" clId="Web-{EF585844-ABCF-D574-3CC3-4720FFCE10AD}" dt="2026-05-19T10:38:30.446" v="10" actId="20577"/>
          <ac:spMkLst>
            <pc:docMk/>
            <pc:sldMk cId="2195358908" sldId="257"/>
            <ac:spMk id="3" creationId="{166B89AE-BA40-1AC6-AE31-2B5E645E28BE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45610A-17B4-4656-93CF-E1D9982860F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0080" y="1371599"/>
            <a:ext cx="6675120" cy="2951825"/>
          </a:xfrm>
        </p:spPr>
        <p:txBody>
          <a:bodyPr anchor="t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451C80B-DFD6-415B-BA5B-E56E510CD12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40080" y="4584879"/>
            <a:ext cx="6675120" cy="1287887"/>
          </a:xfrm>
        </p:spPr>
        <p:txBody>
          <a:bodyPr anchor="b">
            <a:normAutofit/>
          </a:bodyPr>
          <a:lstStyle>
            <a:lvl1pPr marL="0" indent="0" algn="l">
              <a:lnSpc>
                <a:spcPct val="130000"/>
              </a:lnSpc>
              <a:buNone/>
              <a:defRPr sz="1800" b="1" cap="all" spc="300" baseline="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A2065B-06FF-4991-9F8A-4BE25457B4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44479B-705B-4489-957E-7E8A228BDFA0}" type="datetime1">
              <a:rPr lang="en-US" smtClean="0"/>
              <a:t>5/19/2026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0DF2FA-C604-45D8-A633-11D3742EC1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EE5DA9-2D04-4850-AB9F-BD35381650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75565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08B246-6A68-46BE-9DBD-614FA8CF4E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E47706-8D18-4093-A7C1-F30D7543CE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C7C8FC-AAEA-4AB6-9DB5-2503F58F0E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89F774-3FA6-43B8-9241-99959C8FD463}" type="datetime1">
              <a:rPr lang="en-US" smtClean="0"/>
              <a:t>5/19/2026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B1616B-3F08-4869-A522-773C38940F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030CE6-9124-4B3A-A912-AE16B5C340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11217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71BB59B6-79B9-97F5-AC3B-DF65899D39D8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6C78885-57B2-4930-BD7D-CBF916EDF1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291366"/>
            <a:ext cx="9214884" cy="3159974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BE495E4-2F8B-4CC7-88AC-A312067E60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0080" y="5018567"/>
            <a:ext cx="7907079" cy="1073889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585CC9-BAD3-4807-90BB-97DA2D6A6B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504452-5DCC-4FE2-A5C9-8A5EF6714D65}" type="datetime1">
              <a:rPr lang="en-US" smtClean="0"/>
              <a:t>5/19/2026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108CEF-165F-4D7E-9666-5CD0156B49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0EBC3D-3277-4D34-9F67-71040C21E3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F05EAE5-4812-F718-6D75-9627884180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716281" y="4715234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034406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B477A4-4D01-45B6-9563-0BF13BA72F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E17E00-96AC-45F0-82B2-9F601E9B93C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40080" y="2633472"/>
            <a:ext cx="5212080" cy="35661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2BA30CD-95C0-427B-A571-A7D8A53278F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18928" y="2633472"/>
            <a:ext cx="5212080" cy="35661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6F67CAC-53E4-44AF-BEAC-8FFB96F05A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79ABC2-0180-4F3A-A895-A85BC724D472}" type="datetime1">
              <a:rPr lang="en-US" smtClean="0"/>
              <a:t>5/19/2026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83D9F3A-E7F0-45E7-AFA8-0D4A669EC1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C5F008B-58BB-45FF-923F-5909DAB49D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94957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97B549-9E51-42E0-992A-73E7759577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79" y="1371599"/>
            <a:ext cx="10890929" cy="93975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81A5FDC-7C4B-45FB-8462-E2CE79919F3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0079" y="2311352"/>
            <a:ext cx="5212080" cy="695373"/>
          </a:xfrm>
        </p:spPr>
        <p:txBody>
          <a:bodyPr anchor="b">
            <a:normAutofit/>
          </a:bodyPr>
          <a:lstStyle>
            <a:lvl1pPr marL="0" indent="0">
              <a:buNone/>
              <a:defRPr sz="1800" b="1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BD8B686-2E92-45B9-A3D7-9DCAA0C50B3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40079" y="3006725"/>
            <a:ext cx="5212080" cy="319125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6ADB526-4A44-47B6-8D14-93202E590AA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318928" y="2311352"/>
            <a:ext cx="5212080" cy="695373"/>
          </a:xfrm>
        </p:spPr>
        <p:txBody>
          <a:bodyPr anchor="b">
            <a:normAutofit/>
          </a:bodyPr>
          <a:lstStyle>
            <a:lvl1pPr marL="0" indent="0">
              <a:buNone/>
              <a:defRPr sz="1800" b="1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74177CA-5C13-4311-BFD3-B98FBD942DA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318928" y="3006725"/>
            <a:ext cx="5212080" cy="319125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DEA255A-4CB5-40CA-B756-1AA5E27C20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EEA9BA-4E8F-439E-BEA4-91FBA01E3F5F}" type="datetime1">
              <a:rPr lang="en-US" smtClean="0"/>
              <a:t>5/19/2026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F3072C4-10F1-49B8-B0BF-69204EDDCF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A5ACC97-44C1-4887-909B-E6732D3C1F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9465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27D313-943A-47E0-8A7A-DFFBCC297A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3AC25A7-81C8-4AA1-AD9F-C78A451FDE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15BF18-0007-481C-AA29-413124BC3EE7}" type="datetime1">
              <a:rPr lang="en-US" smtClean="0"/>
              <a:t>5/19/2026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EF54740-6022-46B2-9C55-B60E965168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89497C9-6B5E-46D6-8FE9-0A5E0CF7F9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56656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" name="Rectangle 4">
            <a:extLst>
              <a:ext uri="{FF2B5EF4-FFF2-40B4-BE49-F238E27FC236}">
                <a16:creationId xmlns:a16="http://schemas.microsoft.com/office/drawing/2014/main" id="{149F9F0F-FB8C-5565-247C-BDCC156B5CA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2740D3C-270A-401A-810C-2F86BBBB87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BE9870-3748-43AD-B547-02A075CB4A1D}" type="datetime1">
              <a:rPr lang="en-US" smtClean="0"/>
              <a:t>5/19/2026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DCBE9F8-1765-4F36-A4DE-1DB136025A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790CF9E-A6C6-4873-ADBE-7A2939319E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94275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08CDF8-00AD-4441-A6D5-9D7A659EB6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371600"/>
            <a:ext cx="3859397" cy="1451723"/>
          </a:xfr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C330AF-CB7E-420A-AE8A-E02E903258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36519" y="1031001"/>
            <a:ext cx="6594490" cy="5166360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43257AD-2422-4CDA-9C55-700F4B5BF25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40080" y="2972168"/>
            <a:ext cx="3859397" cy="3226826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51B7454-C1CC-46F2-A6FB-1FE786C48F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E7897-33C5-4F1A-9307-D068E37F3DC7}" type="datetime1">
              <a:rPr lang="en-US" smtClean="0"/>
              <a:t>5/19/2026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9077DBE-6CC7-421B-AB5E-341E20BD92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6EAB8F-7526-4CDB-B782-FAD8B3E70B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65765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31647F-5A61-44C9-81DC-331C9AE5DD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371600"/>
            <a:ext cx="3859397" cy="1451723"/>
          </a:xfr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1627A0F-F1B8-49BE-A0FF-7FE16E3BDCC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937760" y="1033271"/>
            <a:ext cx="6592824" cy="516636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86D1BD6-1519-4431-9FAF-7D4F4129972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40080" y="2972167"/>
            <a:ext cx="3859397" cy="322682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5A587A0-353B-42C2-BA96-B1ADEDF642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E171BA-CC09-47C8-A6DF-F5C5CB59CEEC}" type="datetime1">
              <a:rPr lang="en-US" smtClean="0"/>
              <a:t>5/19/2026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4D5A88E-3957-4B76-B1BE-4164029217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5F7C5FD-E56A-4C66-8F23-087F95A2FD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470029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5E4BB7-3F30-4C31-9BB2-8EC24FC0A1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ECF4134-70F5-4EE6-88BE-49D129630CD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9EABC7-C044-44DE-B303-55A0581DA1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7B66AD-7C08-490A-ADA4-B47E10FB2407}" type="datetime1">
              <a:rPr lang="en-US" smtClean="0"/>
              <a:t>5/19/2026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4A63E1-5BC5-402E-9916-BAB84BCF0B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2EF915-AF64-4ECC-8B1A-B7E6A89B79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71860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31CB3635-47E1-90D8-B693-DA85A66B383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Vertical Title 1">
            <a:extLst>
              <a:ext uri="{FF2B5EF4-FFF2-40B4-BE49-F238E27FC236}">
                <a16:creationId xmlns:a16="http://schemas.microsoft.com/office/drawing/2014/main" id="{6EB09414-2AA1-4D8E-A00A-C092FBC92D9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209219" y="640079"/>
            <a:ext cx="1811773" cy="5536884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42C3A78-37C5-46D0-9DF4-CB78AF883C2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40080" y="640080"/>
            <a:ext cx="8412422" cy="553688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D8705E-925D-4F57-8268-107CE3CF4C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B95027-4255-49E7-9841-CD21BCC99996}" type="datetime1">
              <a:rPr lang="en-US" smtClean="0"/>
              <a:t>5/19/2026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FE207E-070D-4EC8-A44C-21F1815FDA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5D01D1-C266-4161-A820-C084B98013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3230604F-219C-2DEE-830E-27274CC2FE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rot="5400000">
            <a:off x="10872154" y="1192438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23304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AB4E786-7636-4278-8595-D365D28A79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79" y="1371601"/>
            <a:ext cx="10890929" cy="109728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A740849-7059-4C70-992B-5304D2EE9B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0080" y="2633472"/>
            <a:ext cx="10890928" cy="356616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9FEBF6-CEA6-4332-87B3-697807571C8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4008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b="1" cap="all" spc="300" baseline="0">
                <a:solidFill>
                  <a:schemeClr val="tx1"/>
                </a:solidFill>
              </a:defRPr>
            </a:lvl1pPr>
          </a:lstStyle>
          <a:p>
            <a:fld id="{7DA38F49-B3E2-4BF0-BEC7-C30D34ABBB8D}" type="datetime1">
              <a:rPr lang="en-US" smtClean="0"/>
              <a:t>5/19/2026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6BAF94-621C-43E1-BA0C-410A6899031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767622" y="6356350"/>
            <a:ext cx="404037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cap="all" spc="300" baseline="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7D19E5-9E16-48C9-AAE2-0C70679A8D7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07995" y="6356350"/>
            <a:ext cx="72301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cap="all" spc="300" baseline="0">
                <a:solidFill>
                  <a:schemeClr val="tx1"/>
                </a:solidFill>
              </a:defRPr>
            </a:lvl1pPr>
          </a:lstStyle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18E06E4-607B-144B-382B-AD3D06B1EE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713232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769714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8" r:id="rId1"/>
    <p:sldLayoutId id="2147483679" r:id="rId2"/>
    <p:sldLayoutId id="2147483680" r:id="rId3"/>
    <p:sldLayoutId id="2147483681" r:id="rId4"/>
    <p:sldLayoutId id="2147483682" r:id="rId5"/>
    <p:sldLayoutId id="2147483676" r:id="rId6"/>
    <p:sldLayoutId id="2147483672" r:id="rId7"/>
    <p:sldLayoutId id="2147483673" r:id="rId8"/>
    <p:sldLayoutId id="2147483674" r:id="rId9"/>
    <p:sldLayoutId id="2147483675" r:id="rId10"/>
    <p:sldLayoutId id="2147483677" r:id="rId11"/>
  </p:sldLayoutIdLst>
  <p:hf sldNum="0"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0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87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93776" indent="-22860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22860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51560" indent="-28575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298448" indent="-22860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19F9BF86-FE94-4517-B97D-026C7515E5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6A1739C-CE68-4992-BC97-C45B86531F5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6250"/>
          <a:stretch>
            <a:fillRect/>
          </a:stretch>
        </p:blipFill>
        <p:spPr>
          <a:xfrm>
            <a:off x="21" y="-2"/>
            <a:ext cx="12191979" cy="6857990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122AB34F-E75C-451A-8410-05B6C249E9D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3648484" y="0"/>
            <a:ext cx="8543515" cy="6858000"/>
          </a:xfrm>
          <a:prstGeom prst="rect">
            <a:avLst/>
          </a:prstGeom>
          <a:gradFill flip="none" rotWithShape="1">
            <a:gsLst>
              <a:gs pos="0">
                <a:srgbClr val="000000">
                  <a:alpha val="0"/>
                </a:srgbClr>
              </a:gs>
              <a:gs pos="58000">
                <a:srgbClr val="000000">
                  <a:alpha val="55000"/>
                </a:srgbClr>
              </a:gs>
              <a:gs pos="93000">
                <a:srgbClr val="000000">
                  <a:alpha val="64000"/>
                </a:srgbClr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Otsikko 1">
            <a:extLst>
              <a:ext uri="{FF2B5EF4-FFF2-40B4-BE49-F238E27FC236}">
                <a16:creationId xmlns:a16="http://schemas.microsoft.com/office/drawing/2014/main" id="{C41C3FAB-5159-C72F-5DF7-4009A09C400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667018" y="751840"/>
            <a:ext cx="4892948" cy="3427867"/>
          </a:xfrm>
        </p:spPr>
        <p:txBody>
          <a:bodyPr anchor="t">
            <a:normAutofit/>
          </a:bodyPr>
          <a:lstStyle/>
          <a:p>
            <a:pPr algn="r"/>
            <a:r>
              <a:rPr lang="fi-FI" sz="6000" b="0" dirty="0" err="1">
                <a:solidFill>
                  <a:srgbClr val="FFFFFF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Flowstate</a:t>
            </a:r>
            <a:endParaRPr lang="fi-FI" sz="6000" b="0" dirty="0">
              <a:solidFill>
                <a:srgbClr val="FFFFFF"/>
              </a:solidFill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endParaRPr>
          </a:p>
        </p:txBody>
      </p:sp>
      <p:sp>
        <p:nvSpPr>
          <p:cNvPr id="3" name="Alaotsikko 2">
            <a:extLst>
              <a:ext uri="{FF2B5EF4-FFF2-40B4-BE49-F238E27FC236}">
                <a16:creationId xmlns:a16="http://schemas.microsoft.com/office/drawing/2014/main" id="{0ACF22CF-B642-86E0-4C71-01EBAC8FB96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231635" y="2748238"/>
            <a:ext cx="6928528" cy="797690"/>
          </a:xfrm>
        </p:spPr>
        <p:txBody>
          <a:bodyPr anchor="t">
            <a:normAutofit/>
          </a:bodyPr>
          <a:lstStyle/>
          <a:p>
            <a:pPr algn="r"/>
            <a:r>
              <a:rPr lang="fi-FI" sz="2100" b="0" dirty="0" err="1">
                <a:solidFill>
                  <a:schemeClr val="bg2">
                    <a:lumMod val="90000"/>
                    <a:lumOff val="10000"/>
                  </a:schemeClr>
                </a:solidFill>
                <a:latin typeface="Arial Nova" panose="020F0502020204030204" pitchFamily="34" charset="0"/>
              </a:rPr>
              <a:t>Where</a:t>
            </a:r>
            <a:r>
              <a:rPr lang="fi-FI" sz="2100" b="0" dirty="0">
                <a:solidFill>
                  <a:schemeClr val="bg2">
                    <a:lumMod val="90000"/>
                    <a:lumOff val="10000"/>
                  </a:schemeClr>
                </a:solidFill>
                <a:latin typeface="Arial Nova" panose="020F0502020204030204" pitchFamily="34" charset="0"/>
              </a:rPr>
              <a:t> </a:t>
            </a:r>
            <a:r>
              <a:rPr lang="fi-FI" sz="2100" b="0" dirty="0" err="1">
                <a:solidFill>
                  <a:schemeClr val="bg2">
                    <a:lumMod val="90000"/>
                    <a:lumOff val="10000"/>
                  </a:schemeClr>
                </a:solidFill>
                <a:latin typeface="Arial Nova" panose="020F0502020204030204" pitchFamily="34" charset="0"/>
              </a:rPr>
              <a:t>you</a:t>
            </a:r>
            <a:r>
              <a:rPr lang="fi-FI" sz="2100" b="0" dirty="0">
                <a:solidFill>
                  <a:schemeClr val="bg2">
                    <a:lumMod val="90000"/>
                    <a:lumOff val="10000"/>
                  </a:schemeClr>
                </a:solidFill>
                <a:latin typeface="Arial Nova" panose="020F0502020204030204" pitchFamily="34" charset="0"/>
              </a:rPr>
              <a:t> </a:t>
            </a:r>
            <a:r>
              <a:rPr lang="fi-FI" sz="2100" b="0" dirty="0" err="1">
                <a:solidFill>
                  <a:schemeClr val="bg2">
                    <a:lumMod val="90000"/>
                    <a:lumOff val="10000"/>
                  </a:schemeClr>
                </a:solidFill>
                <a:latin typeface="Arial Nova" panose="020F0502020204030204" pitchFamily="34" charset="0"/>
              </a:rPr>
              <a:t>can</a:t>
            </a:r>
            <a:r>
              <a:rPr lang="fi-FI" sz="2100" b="0" dirty="0">
                <a:solidFill>
                  <a:schemeClr val="bg2">
                    <a:lumMod val="90000"/>
                    <a:lumOff val="10000"/>
                  </a:schemeClr>
                </a:solidFill>
                <a:latin typeface="Arial Nova" panose="020F0502020204030204" pitchFamily="34" charset="0"/>
              </a:rPr>
              <a:t> </a:t>
            </a:r>
            <a:r>
              <a:rPr lang="fi-FI" sz="2100" b="0" dirty="0" err="1">
                <a:solidFill>
                  <a:schemeClr val="bg2">
                    <a:lumMod val="90000"/>
                    <a:lumOff val="10000"/>
                  </a:schemeClr>
                </a:solidFill>
                <a:latin typeface="Arial Nova" panose="020F0502020204030204" pitchFamily="34" charset="0"/>
                <a:ea typeface="ADLaM Display" panose="020F0502020204030204" pitchFamily="2" charset="0"/>
                <a:cs typeface="ADLaM Display" panose="020F0502020204030204" pitchFamily="2" charset="0"/>
              </a:rPr>
              <a:t>stay</a:t>
            </a:r>
            <a:r>
              <a:rPr lang="fi-FI" sz="2100" b="0" dirty="0">
                <a:solidFill>
                  <a:schemeClr val="bg2">
                    <a:lumMod val="90000"/>
                    <a:lumOff val="10000"/>
                  </a:schemeClr>
                </a:solidFill>
                <a:latin typeface="Arial Nova" panose="020F0502020204030204" pitchFamily="34" charset="0"/>
              </a:rPr>
              <a:t> on </a:t>
            </a:r>
            <a:r>
              <a:rPr lang="fi-FI" sz="2100" b="0" dirty="0" err="1">
                <a:solidFill>
                  <a:schemeClr val="bg2">
                    <a:lumMod val="90000"/>
                    <a:lumOff val="10000"/>
                  </a:schemeClr>
                </a:solidFill>
                <a:latin typeface="Arial Nova" panose="020F0502020204030204" pitchFamily="34" charset="0"/>
              </a:rPr>
              <a:t>that</a:t>
            </a:r>
            <a:r>
              <a:rPr lang="fi-FI" sz="2100" b="0" dirty="0">
                <a:solidFill>
                  <a:schemeClr val="bg2">
                    <a:lumMod val="90000"/>
                    <a:lumOff val="10000"/>
                  </a:schemeClr>
                </a:solidFill>
                <a:latin typeface="Arial Nova" panose="020F0502020204030204" pitchFamily="34" charset="0"/>
              </a:rPr>
              <a:t>  </a:t>
            </a:r>
            <a:r>
              <a:rPr lang="fi-FI" sz="2100" b="0" dirty="0" err="1">
                <a:solidFill>
                  <a:schemeClr val="bg2">
                    <a:lumMod val="90000"/>
                    <a:lumOff val="10000"/>
                  </a:schemeClr>
                </a:solidFill>
                <a:latin typeface="Arial Nova" panose="020F0502020204030204" pitchFamily="34" charset="0"/>
              </a:rPr>
              <a:t>flow</a:t>
            </a:r>
            <a:r>
              <a:rPr lang="fi-FI" sz="2100" b="0" dirty="0">
                <a:solidFill>
                  <a:schemeClr val="bg2">
                    <a:lumMod val="90000"/>
                    <a:lumOff val="10000"/>
                  </a:schemeClr>
                </a:solidFill>
                <a:latin typeface="Arial Nova" panose="020F0502020204030204" pitchFamily="34" charset="0"/>
              </a:rPr>
              <a:t>!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97CC2FE6-3AD0-4131-B4BC-1F4D65E25E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0438375" y="4861206"/>
            <a:ext cx="978862" cy="0"/>
          </a:xfrm>
          <a:prstGeom prst="line">
            <a:avLst/>
          </a:prstGeom>
          <a:ln w="762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kstiruutu 4">
            <a:extLst>
              <a:ext uri="{FF2B5EF4-FFF2-40B4-BE49-F238E27FC236}">
                <a16:creationId xmlns:a16="http://schemas.microsoft.com/office/drawing/2014/main" id="{777D2EEC-0318-DBE9-B8F6-6240C4EF9945}"/>
              </a:ext>
            </a:extLst>
          </p:cNvPr>
          <p:cNvSpPr txBox="1"/>
          <p:nvPr/>
        </p:nvSpPr>
        <p:spPr>
          <a:xfrm>
            <a:off x="6947141" y="5622252"/>
            <a:ext cx="524485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i-FI" dirty="0"/>
              <a:t>Jesse Kokki, Jeremia Vepsäläinen, Jani Saari ja Annika Järvinen</a:t>
            </a:r>
          </a:p>
        </p:txBody>
      </p:sp>
      <p:sp>
        <p:nvSpPr>
          <p:cNvPr id="6" name="Suorakulmio 5">
            <a:extLst>
              <a:ext uri="{FF2B5EF4-FFF2-40B4-BE49-F238E27FC236}">
                <a16:creationId xmlns:a16="http://schemas.microsoft.com/office/drawing/2014/main" id="{B4B8C361-60D7-5BBA-EBDC-C5C63C6683C4}"/>
              </a:ext>
            </a:extLst>
          </p:cNvPr>
          <p:cNvSpPr/>
          <p:nvPr/>
        </p:nvSpPr>
        <p:spPr>
          <a:xfrm>
            <a:off x="417593" y="3746090"/>
            <a:ext cx="2738561" cy="272583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i-FI" dirty="0"/>
          </a:p>
        </p:txBody>
      </p:sp>
      <p:pic>
        <p:nvPicPr>
          <p:cNvPr id="12" name="Kuva 11">
            <a:extLst>
              <a:ext uri="{FF2B5EF4-FFF2-40B4-BE49-F238E27FC236}">
                <a16:creationId xmlns:a16="http://schemas.microsoft.com/office/drawing/2014/main" id="{880D8072-4D30-F00E-531D-CCF54F13C7A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2033" y="3944486"/>
            <a:ext cx="2349680" cy="23496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990590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DBDA151C-5770-45E4-AAFF-59E7F40386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Otsikko 1">
            <a:extLst>
              <a:ext uri="{FF2B5EF4-FFF2-40B4-BE49-F238E27FC236}">
                <a16:creationId xmlns:a16="http://schemas.microsoft.com/office/drawing/2014/main" id="{C4669169-B5E1-09A6-D499-4961A1C56A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570750"/>
            <a:ext cx="10890929" cy="1387934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Projektin idea</a:t>
            </a:r>
          </a:p>
        </p:txBody>
      </p:sp>
      <p:sp>
        <p:nvSpPr>
          <p:cNvPr id="3" name="Tekstiruutu 2">
            <a:extLst>
              <a:ext uri="{FF2B5EF4-FFF2-40B4-BE49-F238E27FC236}">
                <a16:creationId xmlns:a16="http://schemas.microsoft.com/office/drawing/2014/main" id="{166B89AE-BA40-1AC6-AE31-2B5E645E28BE}"/>
              </a:ext>
            </a:extLst>
          </p:cNvPr>
          <p:cNvSpPr txBox="1"/>
          <p:nvPr/>
        </p:nvSpPr>
        <p:spPr>
          <a:xfrm>
            <a:off x="502558" y="2307479"/>
            <a:ext cx="11033760" cy="4081054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92500" lnSpcReduction="20000"/>
          </a:bodyPr>
          <a:lstStyle/>
          <a:p>
            <a:pPr>
              <a:lnSpc>
                <a:spcPct val="110000"/>
              </a:lnSpc>
              <a:spcAft>
                <a:spcPts val="600"/>
              </a:spcAft>
              <a:buSzPct val="87000"/>
              <a:buFont typeface="Arial" panose="020B0604020202020204" pitchFamily="34" charset="0"/>
              <a:buChar char="•"/>
            </a:pPr>
            <a:endParaRPr lang="en-US" sz="1500" dirty="0"/>
          </a:p>
          <a:p>
            <a:pPr>
              <a:lnSpc>
                <a:spcPct val="110000"/>
              </a:lnSpc>
              <a:spcAft>
                <a:spcPts val="600"/>
              </a:spcAft>
              <a:buSzPct val="87000"/>
              <a:buFont typeface="Arial" panose="020B0604020202020204" pitchFamily="34" charset="0"/>
              <a:buChar char="•"/>
            </a:pPr>
            <a:r>
              <a:rPr lang="en-US" dirty="0" err="1"/>
              <a:t>Flowstate</a:t>
            </a:r>
            <a:r>
              <a:rPr lang="en-US" dirty="0"/>
              <a:t> on </a:t>
            </a:r>
            <a:r>
              <a:rPr lang="en-US" dirty="0" err="1"/>
              <a:t>ajan</a:t>
            </a:r>
            <a:r>
              <a:rPr lang="en-US" dirty="0"/>
              <a:t>/</a:t>
            </a:r>
            <a:r>
              <a:rPr lang="en-US" dirty="0" err="1"/>
              <a:t>tehtävien</a:t>
            </a:r>
            <a:r>
              <a:rPr lang="en-US" dirty="0"/>
              <a:t> </a:t>
            </a:r>
            <a:r>
              <a:rPr lang="en-US" dirty="0" err="1"/>
              <a:t>hallintatyökalu</a:t>
            </a:r>
            <a:r>
              <a:rPr lang="en-US" dirty="0"/>
              <a:t>, </a:t>
            </a:r>
            <a:r>
              <a:rPr lang="en-US" dirty="0" err="1"/>
              <a:t>joka</a:t>
            </a:r>
            <a:r>
              <a:rPr lang="en-US" dirty="0"/>
              <a:t> </a:t>
            </a:r>
            <a:r>
              <a:rPr lang="en-US" dirty="0" err="1"/>
              <a:t>auttaa</a:t>
            </a:r>
            <a:r>
              <a:rPr lang="en-US" dirty="0"/>
              <a:t> </a:t>
            </a:r>
            <a:r>
              <a:rPr lang="en-US" dirty="0" err="1"/>
              <a:t>käyttäjää</a:t>
            </a:r>
            <a:r>
              <a:rPr lang="en-US" dirty="0"/>
              <a:t> </a:t>
            </a:r>
            <a:r>
              <a:rPr lang="en-US" dirty="0" err="1"/>
              <a:t>päivittäisissä</a:t>
            </a:r>
            <a:r>
              <a:rPr lang="en-US" dirty="0"/>
              <a:t> tai </a:t>
            </a:r>
            <a:r>
              <a:rPr lang="en-US" dirty="0" err="1"/>
              <a:t>työhön</a:t>
            </a:r>
            <a:r>
              <a:rPr lang="en-US" dirty="0"/>
              <a:t>/</a:t>
            </a:r>
            <a:r>
              <a:rPr lang="en-US" dirty="0" err="1"/>
              <a:t>kouluun</a:t>
            </a:r>
            <a:r>
              <a:rPr lang="en-US" dirty="0"/>
              <a:t> </a:t>
            </a:r>
            <a:r>
              <a:rPr lang="en-US" dirty="0" err="1"/>
              <a:t>liittyvissä</a:t>
            </a:r>
            <a:r>
              <a:rPr lang="en-US" dirty="0"/>
              <a:t> </a:t>
            </a:r>
            <a:r>
              <a:rPr lang="en-US" dirty="0" err="1"/>
              <a:t>tehtävissä</a:t>
            </a:r>
            <a:r>
              <a:rPr lang="en-US" dirty="0"/>
              <a:t>.</a:t>
            </a:r>
          </a:p>
          <a:p>
            <a:pPr>
              <a:lnSpc>
                <a:spcPct val="110000"/>
              </a:lnSpc>
              <a:spcAft>
                <a:spcPts val="600"/>
              </a:spcAft>
              <a:buSzPct val="87000"/>
              <a:buFont typeface="Arial" panose="020B0604020202020204" pitchFamily="34" charset="0"/>
              <a:buChar char="•"/>
            </a:pPr>
            <a:endParaRPr lang="en-US" dirty="0"/>
          </a:p>
          <a:p>
            <a:pPr>
              <a:lnSpc>
                <a:spcPct val="110000"/>
              </a:lnSpc>
              <a:spcAft>
                <a:spcPts val="600"/>
              </a:spcAft>
              <a:buSzPct val="87000"/>
              <a:buFont typeface="Arial" panose="020B0604020202020204" pitchFamily="34" charset="0"/>
              <a:buChar char="•"/>
            </a:pPr>
            <a:r>
              <a:rPr lang="en-US" dirty="0"/>
              <a:t>Se on </a:t>
            </a:r>
            <a:r>
              <a:rPr lang="en-US" dirty="0" err="1"/>
              <a:t>suunniteltu</a:t>
            </a:r>
            <a:r>
              <a:rPr lang="en-US" dirty="0"/>
              <a:t> </a:t>
            </a:r>
            <a:r>
              <a:rPr lang="en-US" dirty="0" err="1"/>
              <a:t>auttamaan</a:t>
            </a:r>
            <a:r>
              <a:rPr lang="en-US" dirty="0"/>
              <a:t> </a:t>
            </a:r>
            <a:r>
              <a:rPr lang="en-US" dirty="0" err="1"/>
              <a:t>käyttäjiä</a:t>
            </a:r>
            <a:r>
              <a:rPr lang="en-US" dirty="0"/>
              <a:t> </a:t>
            </a:r>
            <a:r>
              <a:rPr lang="en-US" dirty="0" err="1"/>
              <a:t>järjestämään</a:t>
            </a:r>
            <a:r>
              <a:rPr lang="en-US" dirty="0"/>
              <a:t> </a:t>
            </a:r>
            <a:r>
              <a:rPr lang="en-US" dirty="0" err="1"/>
              <a:t>työnsä</a:t>
            </a:r>
            <a:r>
              <a:rPr lang="en-US" dirty="0"/>
              <a:t> </a:t>
            </a:r>
            <a:r>
              <a:rPr lang="en-US" dirty="0" err="1"/>
              <a:t>taulujen</a:t>
            </a:r>
            <a:r>
              <a:rPr lang="en-US" dirty="0"/>
              <a:t>, </a:t>
            </a:r>
            <a:r>
              <a:rPr lang="en-US" dirty="0" err="1"/>
              <a:t>listojen</a:t>
            </a:r>
            <a:r>
              <a:rPr lang="en-US" dirty="0"/>
              <a:t> ja </a:t>
            </a:r>
            <a:r>
              <a:rPr lang="en-US" dirty="0" err="1"/>
              <a:t>tehtävien</a:t>
            </a:r>
            <a:r>
              <a:rPr lang="en-US" dirty="0"/>
              <a:t> </a:t>
            </a:r>
            <a:r>
              <a:rPr lang="en-US" dirty="0" err="1"/>
              <a:t>avulla</a:t>
            </a:r>
            <a:r>
              <a:rPr lang="en-US" dirty="0"/>
              <a:t>, </a:t>
            </a:r>
            <a:r>
              <a:rPr lang="en-US" dirty="0" err="1"/>
              <a:t>kalenteriintegraatiolla</a:t>
            </a:r>
            <a:r>
              <a:rPr lang="en-US" dirty="0"/>
              <a:t> ja </a:t>
            </a:r>
            <a:r>
              <a:rPr lang="en-US" dirty="0" err="1"/>
              <a:t>määräaikailmoituksilla</a:t>
            </a:r>
            <a:r>
              <a:rPr lang="en-US" dirty="0"/>
              <a:t>.</a:t>
            </a:r>
          </a:p>
          <a:p>
            <a:pPr>
              <a:lnSpc>
                <a:spcPct val="110000"/>
              </a:lnSpc>
              <a:spcAft>
                <a:spcPts val="600"/>
              </a:spcAft>
              <a:buSzPct val="87000"/>
              <a:buFont typeface="Arial" panose="020B0604020202020204" pitchFamily="34" charset="0"/>
              <a:buChar char="•"/>
            </a:pPr>
            <a:endParaRPr lang="en-US" dirty="0"/>
          </a:p>
          <a:p>
            <a:pPr>
              <a:lnSpc>
                <a:spcPct val="110000"/>
              </a:lnSpc>
              <a:spcAft>
                <a:spcPts val="600"/>
              </a:spcAft>
              <a:buSzPct val="87000"/>
              <a:buFont typeface="Arial" panose="020B0604020202020204" pitchFamily="34" charset="0"/>
              <a:buChar char="•"/>
            </a:pPr>
            <a:r>
              <a:rPr lang="en-US" b="1" dirty="0" err="1"/>
              <a:t>Ominaisuudet</a:t>
            </a:r>
            <a:endParaRPr lang="en-US" b="1" dirty="0"/>
          </a:p>
          <a:p>
            <a:pPr>
              <a:lnSpc>
                <a:spcPct val="110000"/>
              </a:lnSpc>
              <a:spcAft>
                <a:spcPts val="600"/>
              </a:spcAft>
              <a:buSzPct val="87000"/>
              <a:buFont typeface="Arial" panose="020B0604020202020204" pitchFamily="34" charset="0"/>
              <a:buChar char="•"/>
            </a:pPr>
            <a:r>
              <a:rPr lang="en-US" dirty="0" err="1"/>
              <a:t>Tehtävien</a:t>
            </a:r>
            <a:r>
              <a:rPr lang="en-US" dirty="0"/>
              <a:t> ja </a:t>
            </a:r>
            <a:r>
              <a:rPr lang="en-US" dirty="0" err="1"/>
              <a:t>taulujen</a:t>
            </a:r>
            <a:r>
              <a:rPr lang="en-US" dirty="0"/>
              <a:t> </a:t>
            </a:r>
            <a:r>
              <a:rPr lang="en-US" dirty="0" err="1"/>
              <a:t>organisointi</a:t>
            </a:r>
            <a:endParaRPr lang="en-US" dirty="0"/>
          </a:p>
          <a:p>
            <a:pPr>
              <a:lnSpc>
                <a:spcPct val="110000"/>
              </a:lnSpc>
              <a:spcAft>
                <a:spcPts val="600"/>
              </a:spcAft>
              <a:buSzPct val="87000"/>
              <a:buFont typeface="Arial" panose="020B0604020202020204" pitchFamily="34" charset="0"/>
              <a:buChar char="•"/>
            </a:pPr>
            <a:r>
              <a:rPr lang="en-US" dirty="0"/>
              <a:t>Google </a:t>
            </a:r>
            <a:r>
              <a:rPr lang="en-US" dirty="0" err="1"/>
              <a:t>kalenterin</a:t>
            </a:r>
            <a:r>
              <a:rPr lang="en-US" dirty="0"/>
              <a:t> </a:t>
            </a:r>
            <a:r>
              <a:rPr lang="en-US" dirty="0" err="1"/>
              <a:t>linkittäminen</a:t>
            </a:r>
            <a:r>
              <a:rPr lang="en-US" dirty="0"/>
              <a:t> </a:t>
            </a:r>
            <a:r>
              <a:rPr lang="en-US" dirty="0" err="1"/>
              <a:t>sovelluksen</a:t>
            </a:r>
            <a:r>
              <a:rPr lang="en-US" dirty="0"/>
              <a:t> </a:t>
            </a:r>
            <a:r>
              <a:rPr lang="en-US" dirty="0" err="1"/>
              <a:t>kalenteriin</a:t>
            </a:r>
          </a:p>
          <a:p>
            <a:pPr>
              <a:lnSpc>
                <a:spcPct val="110000"/>
              </a:lnSpc>
              <a:spcAft>
                <a:spcPts val="600"/>
              </a:spcAft>
              <a:buSzPct val="87000"/>
              <a:buFont typeface="Arial" panose="020B0604020202020204" pitchFamily="34" charset="0"/>
              <a:buChar char="•"/>
            </a:pPr>
            <a:r>
              <a:rPr lang="en-US" dirty="0" err="1"/>
              <a:t>Käyttäjät</a:t>
            </a:r>
            <a:r>
              <a:rPr lang="en-US" dirty="0"/>
              <a:t> </a:t>
            </a:r>
            <a:r>
              <a:rPr lang="en-US" dirty="0" err="1"/>
              <a:t>voivat</a:t>
            </a:r>
            <a:r>
              <a:rPr lang="en-US" dirty="0"/>
              <a:t> </a:t>
            </a:r>
            <a:r>
              <a:rPr lang="en-US" dirty="0" err="1"/>
              <a:t>luoda</a:t>
            </a:r>
            <a:r>
              <a:rPr lang="en-US" dirty="0"/>
              <a:t> </a:t>
            </a:r>
            <a:r>
              <a:rPr lang="en-US" dirty="0" err="1"/>
              <a:t>tauluja</a:t>
            </a:r>
            <a:r>
              <a:rPr lang="en-US" dirty="0"/>
              <a:t>, </a:t>
            </a:r>
            <a:r>
              <a:rPr lang="en-US" dirty="0" err="1"/>
              <a:t>jotka</a:t>
            </a:r>
            <a:r>
              <a:rPr lang="en-US" dirty="0"/>
              <a:t> </a:t>
            </a:r>
            <a:r>
              <a:rPr lang="en-US" dirty="0" err="1"/>
              <a:t>sisältävät</a:t>
            </a:r>
            <a:r>
              <a:rPr lang="en-US" dirty="0"/>
              <a:t> </a:t>
            </a:r>
            <a:r>
              <a:rPr lang="en-US" dirty="0" err="1"/>
              <a:t>listoja</a:t>
            </a:r>
            <a:r>
              <a:rPr lang="en-US" dirty="0"/>
              <a:t>, </a:t>
            </a:r>
            <a:r>
              <a:rPr lang="en-US" dirty="0" err="1"/>
              <a:t>joista</a:t>
            </a:r>
            <a:r>
              <a:rPr lang="en-US" dirty="0"/>
              <a:t> </a:t>
            </a:r>
            <a:r>
              <a:rPr lang="en-US" dirty="0" err="1"/>
              <a:t>jokainen</a:t>
            </a:r>
            <a:r>
              <a:rPr lang="en-US" dirty="0"/>
              <a:t> </a:t>
            </a:r>
            <a:r>
              <a:rPr lang="en-US" dirty="0" err="1"/>
              <a:t>sisältää</a:t>
            </a:r>
            <a:r>
              <a:rPr lang="en-US" dirty="0"/>
              <a:t> </a:t>
            </a:r>
            <a:r>
              <a:rPr lang="en-US" dirty="0" err="1"/>
              <a:t>yksittäisiä</a:t>
            </a:r>
            <a:r>
              <a:rPr lang="en-US" dirty="0"/>
              <a:t> </a:t>
            </a:r>
            <a:r>
              <a:rPr lang="en-US" dirty="0" err="1"/>
              <a:t>tehtäviä</a:t>
            </a:r>
            <a:r>
              <a:rPr lang="en-US" dirty="0"/>
              <a:t>. </a:t>
            </a:r>
            <a:r>
              <a:rPr lang="en-US" dirty="0" err="1"/>
              <a:t>Tehtävät</a:t>
            </a:r>
            <a:r>
              <a:rPr lang="en-US" dirty="0"/>
              <a:t> </a:t>
            </a:r>
            <a:r>
              <a:rPr lang="en-US" dirty="0" err="1"/>
              <a:t>tukevat</a:t>
            </a:r>
            <a:r>
              <a:rPr lang="en-US" dirty="0"/>
              <a:t> </a:t>
            </a:r>
            <a:r>
              <a:rPr lang="en-US" dirty="0" err="1"/>
              <a:t>monipuolisia</a:t>
            </a:r>
            <a:r>
              <a:rPr lang="en-US" dirty="0"/>
              <a:t> </a:t>
            </a:r>
            <a:r>
              <a:rPr lang="en-US" dirty="0" err="1"/>
              <a:t>metatietoja</a:t>
            </a:r>
            <a:r>
              <a:rPr lang="en-US" dirty="0"/>
              <a:t>, </a:t>
            </a:r>
            <a:r>
              <a:rPr lang="en-US" dirty="0" err="1"/>
              <a:t>kuten</a:t>
            </a:r>
            <a:r>
              <a:rPr lang="en-US" dirty="0"/>
              <a:t> </a:t>
            </a:r>
            <a:r>
              <a:rPr lang="en-US" dirty="0" err="1"/>
              <a:t>otsikon</a:t>
            </a:r>
            <a:r>
              <a:rPr lang="en-US" dirty="0"/>
              <a:t>, </a:t>
            </a:r>
            <a:r>
              <a:rPr lang="en-US" dirty="0" err="1"/>
              <a:t>kuvauksen</a:t>
            </a:r>
            <a:r>
              <a:rPr lang="en-US" dirty="0"/>
              <a:t>, </a:t>
            </a:r>
            <a:r>
              <a:rPr lang="en-US" dirty="0" err="1"/>
              <a:t>määräpäivän</a:t>
            </a:r>
            <a:r>
              <a:rPr lang="en-US" dirty="0"/>
              <a:t>, </a:t>
            </a:r>
            <a:r>
              <a:rPr lang="en-US" dirty="0" err="1"/>
              <a:t>prioriteettitason</a:t>
            </a:r>
            <a:r>
              <a:rPr lang="en-US" dirty="0"/>
              <a:t> ja </a:t>
            </a:r>
            <a:r>
              <a:rPr lang="en-US" dirty="0" err="1"/>
              <a:t>tunnisteet</a:t>
            </a:r>
            <a:r>
              <a:rPr lang="en-US" dirty="0"/>
              <a:t>. </a:t>
            </a:r>
            <a:r>
              <a:rPr lang="en-US" dirty="0" err="1"/>
              <a:t>Listoja</a:t>
            </a:r>
            <a:r>
              <a:rPr lang="en-US" dirty="0"/>
              <a:t> ja </a:t>
            </a:r>
            <a:r>
              <a:rPr lang="en-US" dirty="0" err="1"/>
              <a:t>tehtäviä</a:t>
            </a:r>
            <a:r>
              <a:rPr lang="en-US" dirty="0"/>
              <a:t> </a:t>
            </a:r>
            <a:r>
              <a:rPr lang="en-US" dirty="0" err="1"/>
              <a:t>voi</a:t>
            </a:r>
            <a:r>
              <a:rPr lang="en-US" dirty="0"/>
              <a:t> </a:t>
            </a:r>
            <a:r>
              <a:rPr lang="en-US" dirty="0" err="1"/>
              <a:t>järjestää</a:t>
            </a:r>
            <a:r>
              <a:rPr lang="en-US" dirty="0"/>
              <a:t> </a:t>
            </a:r>
            <a:r>
              <a:rPr lang="en-US" dirty="0" err="1"/>
              <a:t>vapaasti</a:t>
            </a:r>
            <a:r>
              <a:rPr lang="en-US" dirty="0"/>
              <a:t> </a:t>
            </a:r>
            <a:r>
              <a:rPr lang="en-US" dirty="0" err="1"/>
              <a:t>vetämällä</a:t>
            </a:r>
            <a:r>
              <a:rPr lang="en-US" dirty="0"/>
              <a:t> ja </a:t>
            </a:r>
            <a:r>
              <a:rPr lang="en-US" dirty="0" err="1"/>
              <a:t>pudottamalla</a:t>
            </a:r>
            <a:r>
              <a:rPr lang="en-US" dirty="0"/>
              <a:t>, </a:t>
            </a:r>
            <a:r>
              <a:rPr lang="en-US" dirty="0" err="1"/>
              <a:t>mikä</a:t>
            </a:r>
            <a:r>
              <a:rPr lang="en-US" dirty="0"/>
              <a:t> </a:t>
            </a:r>
            <a:r>
              <a:rPr lang="en-US" dirty="0" err="1"/>
              <a:t>helpottaa</a:t>
            </a:r>
            <a:r>
              <a:rPr lang="en-US" dirty="0"/>
              <a:t> </a:t>
            </a:r>
            <a:r>
              <a:rPr lang="en-US" dirty="0" err="1"/>
              <a:t>työnkulkujen</a:t>
            </a:r>
            <a:r>
              <a:rPr lang="en-US" dirty="0"/>
              <a:t> </a:t>
            </a:r>
            <a:r>
              <a:rPr lang="en-US" dirty="0" err="1"/>
              <a:t>visuaalista</a:t>
            </a:r>
            <a:r>
              <a:rPr lang="en-US" dirty="0"/>
              <a:t> </a:t>
            </a:r>
            <a:r>
              <a:rPr lang="en-US" dirty="0" err="1"/>
              <a:t>hallintaa</a:t>
            </a:r>
            <a:r>
              <a:rPr lang="en-US" dirty="0"/>
              <a:t>.</a:t>
            </a:r>
          </a:p>
          <a:p>
            <a:pPr>
              <a:lnSpc>
                <a:spcPct val="110000"/>
              </a:lnSpc>
              <a:spcAft>
                <a:spcPts val="600"/>
              </a:spcAft>
              <a:buSzPct val="87000"/>
              <a:buFont typeface="Arial" panose="020B0604020202020204" pitchFamily="34" charset="0"/>
              <a:buChar char="•"/>
            </a:pPr>
            <a:endParaRPr lang="en-US" sz="1500" dirty="0"/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E62D3963-2153-4637-96E6-E31BD2CE5D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3232" y="2307479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Sisällön paikkamerkki 8">
            <a:extLst>
              <a:ext uri="{FF2B5EF4-FFF2-40B4-BE49-F238E27FC236}">
                <a16:creationId xmlns:a16="http://schemas.microsoft.com/office/drawing/2014/main" id="{1ED25717-E16E-0945-BAF8-1F7A8C36990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25149" y="128409"/>
            <a:ext cx="1747521" cy="5746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535890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tsikko 1">
            <a:extLst>
              <a:ext uri="{FF2B5EF4-FFF2-40B4-BE49-F238E27FC236}">
                <a16:creationId xmlns:a16="http://schemas.microsoft.com/office/drawing/2014/main" id="{9C8AB282-21C7-9876-8136-4DC5320EF4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 dirty="0"/>
              <a:t>Projektin tavoitteet ja työtehtävät</a:t>
            </a:r>
          </a:p>
        </p:txBody>
      </p:sp>
      <p:sp>
        <p:nvSpPr>
          <p:cNvPr id="3" name="Sisällön paikkamerkki 2">
            <a:extLst>
              <a:ext uri="{FF2B5EF4-FFF2-40B4-BE49-F238E27FC236}">
                <a16:creationId xmlns:a16="http://schemas.microsoft.com/office/drawing/2014/main" id="{F26F0584-D621-8D0A-1BF8-9B696152E2A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fi-FI" dirty="0"/>
              <a:t>Tavoitteenamme oli tehdä toimiva </a:t>
            </a:r>
            <a:r>
              <a:rPr lang="fi-FI"/>
              <a:t>fullstack</a:t>
            </a:r>
            <a:r>
              <a:rPr lang="fi-FI" dirty="0"/>
              <a:t>-ohjelmisto</a:t>
            </a:r>
          </a:p>
          <a:p>
            <a:r>
              <a:rPr lang="fi-FI" dirty="0"/>
              <a:t>Jessen työtehtäviin kuului AWS palvelut ja </a:t>
            </a:r>
            <a:r>
              <a:rPr lang="fi-FI"/>
              <a:t>avustaminen backend</a:t>
            </a:r>
            <a:r>
              <a:rPr lang="fi-FI" dirty="0"/>
              <a:t> </a:t>
            </a:r>
            <a:r>
              <a:rPr lang="fi-FI"/>
              <a:t>työskentelyssä</a:t>
            </a:r>
            <a:r>
              <a:rPr lang="fi-FI" dirty="0"/>
              <a:t>, Jeremialla myös </a:t>
            </a:r>
            <a:r>
              <a:rPr lang="fi-FI"/>
              <a:t>backend</a:t>
            </a:r>
            <a:r>
              <a:rPr lang="fi-FI" dirty="0"/>
              <a:t>-työskentely. Janilla </a:t>
            </a:r>
            <a:r>
              <a:rPr lang="fi-FI"/>
              <a:t>frontend</a:t>
            </a:r>
            <a:r>
              <a:rPr lang="fi-FI" dirty="0"/>
              <a:t> ja Annikalla sovelluksen ulkonäkö.</a:t>
            </a:r>
          </a:p>
        </p:txBody>
      </p:sp>
      <p:pic>
        <p:nvPicPr>
          <p:cNvPr id="5" name="Sisällön paikkamerkki 8">
            <a:extLst>
              <a:ext uri="{FF2B5EF4-FFF2-40B4-BE49-F238E27FC236}">
                <a16:creationId xmlns:a16="http://schemas.microsoft.com/office/drawing/2014/main" id="{F857941A-33D1-F6E9-436E-C423EE48AA3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25149" y="128409"/>
            <a:ext cx="1747521" cy="5746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216917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tsikko 1">
            <a:extLst>
              <a:ext uri="{FF2B5EF4-FFF2-40B4-BE49-F238E27FC236}">
                <a16:creationId xmlns:a16="http://schemas.microsoft.com/office/drawing/2014/main" id="{8E470C63-C076-943B-1178-54952613A1A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fi-FI" dirty="0"/>
              <a:t>Reflektio</a:t>
            </a:r>
          </a:p>
        </p:txBody>
      </p:sp>
      <p:pic>
        <p:nvPicPr>
          <p:cNvPr id="5" name="Sisällön paikkamerkki 8">
            <a:extLst>
              <a:ext uri="{FF2B5EF4-FFF2-40B4-BE49-F238E27FC236}">
                <a16:creationId xmlns:a16="http://schemas.microsoft.com/office/drawing/2014/main" id="{78AFF3DB-B908-B45A-F9BA-2FA23F28CB5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25149" y="128409"/>
            <a:ext cx="1747521" cy="574688"/>
          </a:xfrm>
          <a:prstGeom prst="rect">
            <a:avLst/>
          </a:prstGeom>
        </p:spPr>
      </p:pic>
      <p:sp>
        <p:nvSpPr>
          <p:cNvPr id="6" name="Tekstiruutu 5">
            <a:extLst>
              <a:ext uri="{FF2B5EF4-FFF2-40B4-BE49-F238E27FC236}">
                <a16:creationId xmlns:a16="http://schemas.microsoft.com/office/drawing/2014/main" id="{0489CC75-858F-503D-9BA7-FC5D28F52F9F}"/>
              </a:ext>
            </a:extLst>
          </p:cNvPr>
          <p:cNvSpPr txBox="1"/>
          <p:nvPr/>
        </p:nvSpPr>
        <p:spPr>
          <a:xfrm>
            <a:off x="115364" y="2586418"/>
            <a:ext cx="8448533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fi-FI" dirty="0"/>
              <a:t>Tavoitteisiin päästiin melkein, hieman jäi vajaaksi.</a:t>
            </a:r>
          </a:p>
          <a:p>
            <a:pPr marL="285750" indent="-285750">
              <a:buFontTx/>
              <a:buChar char="-"/>
            </a:pPr>
            <a:endParaRPr lang="fi-FI" dirty="0"/>
          </a:p>
          <a:p>
            <a:pPr marL="285750" indent="-285750">
              <a:buFontTx/>
              <a:buChar char="-"/>
            </a:pPr>
            <a:r>
              <a:rPr lang="fi-FI" dirty="0"/>
              <a:t>Haasteita tuotti AWS, </a:t>
            </a:r>
            <a:r>
              <a:rPr lang="fi-FI" dirty="0" err="1"/>
              <a:t>node</a:t>
            </a:r>
            <a:r>
              <a:rPr lang="fi-FI" dirty="0"/>
              <a:t> ja </a:t>
            </a:r>
            <a:r>
              <a:rPr lang="fi-FI" dirty="0" err="1"/>
              <a:t>npm</a:t>
            </a:r>
            <a:r>
              <a:rPr lang="fi-FI" dirty="0"/>
              <a:t> ja tietokannan yhdistäminen </a:t>
            </a:r>
            <a:r>
              <a:rPr lang="fi-FI" dirty="0" err="1"/>
              <a:t>frontendiin</a:t>
            </a:r>
            <a:r>
              <a:rPr lang="fi-FI" dirty="0"/>
              <a:t>.</a:t>
            </a:r>
          </a:p>
          <a:p>
            <a:pPr marL="285750" indent="-285750">
              <a:buFontTx/>
              <a:buChar char="-"/>
            </a:pPr>
            <a:endParaRPr lang="fi-FI" dirty="0"/>
          </a:p>
          <a:p>
            <a:pPr marL="285750" indent="-285750">
              <a:buFontTx/>
              <a:buChar char="-"/>
            </a:pPr>
            <a:r>
              <a:rPr lang="fi-FI" dirty="0"/>
              <a:t>Onnistumisia oli että saatiin sovellus melkein valmiiksi lyhyessä aikataulussa.</a:t>
            </a:r>
          </a:p>
          <a:p>
            <a:pPr marL="285750" indent="-285750">
              <a:buFontTx/>
              <a:buChar char="-"/>
            </a:pPr>
            <a:endParaRPr lang="fi-FI" dirty="0"/>
          </a:p>
          <a:p>
            <a:r>
              <a:rPr lang="fi-FI" dirty="0"/>
              <a:t>- Ryhmätyöskentely sujui hyvin ja kommunikaatio toimi hyvin.</a:t>
            </a:r>
          </a:p>
          <a:p>
            <a:endParaRPr lang="fi-FI" dirty="0"/>
          </a:p>
          <a:p>
            <a:r>
              <a:rPr lang="fi-FI" dirty="0"/>
              <a:t>- Tulevaisuudessa voisi suunnitella vielä tarkemmin ja paremmin sovelluksen toiminnot ja kaikki mitä ehditään rajatussa ajassa toteuttamaan.</a:t>
            </a:r>
          </a:p>
        </p:txBody>
      </p:sp>
    </p:spTree>
    <p:extLst>
      <p:ext uri="{BB962C8B-B14F-4D97-AF65-F5344CB8AC3E}">
        <p14:creationId xmlns:p14="http://schemas.microsoft.com/office/powerpoint/2010/main" val="3344868858"/>
      </p:ext>
    </p:extLst>
  </p:cSld>
  <p:clrMapOvr>
    <a:masterClrMapping/>
  </p:clrMapOvr>
</p:sld>
</file>

<file path=ppt/theme/theme1.xml><?xml version="1.0" encoding="utf-8"?>
<a:theme xmlns:a="http://schemas.openxmlformats.org/drawingml/2006/main" name="DashVTI">
  <a:themeElements>
    <a:clrScheme name="Custom 6">
      <a:dk1>
        <a:sysClr val="windowText" lastClr="000000"/>
      </a:dk1>
      <a:lt1>
        <a:sysClr val="window" lastClr="FFFFFF"/>
      </a:lt1>
      <a:dk2>
        <a:srgbClr val="0D1C3B"/>
      </a:dk2>
      <a:lt2>
        <a:srgbClr val="F5F2F9"/>
      </a:lt2>
      <a:accent1>
        <a:srgbClr val="1973EB"/>
      </a:accent1>
      <a:accent2>
        <a:srgbClr val="25C8A2"/>
      </a:accent2>
      <a:accent3>
        <a:srgbClr val="BF8ED1"/>
      </a:accent3>
      <a:accent4>
        <a:srgbClr val="FE733C"/>
      </a:accent4>
      <a:accent5>
        <a:srgbClr val="FE5A5A"/>
      </a:accent5>
      <a:accent6>
        <a:srgbClr val="1AC16E"/>
      </a:accent6>
      <a:hlink>
        <a:srgbClr val="1AC16E"/>
      </a:hlink>
      <a:folHlink>
        <a:srgbClr val="00B0F0"/>
      </a:folHlink>
    </a:clrScheme>
    <a:fontScheme name="grandview display">
      <a:majorFont>
        <a:latin typeface="Grandview Display"/>
        <a:ea typeface=""/>
        <a:cs typeface=""/>
      </a:majorFont>
      <a:minorFont>
        <a:latin typeface="Grandview Display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ashVTI" id="{0A75137F-CDEB-4E94-A788-9D255EBE1B91}" vid="{DE9A6A09-5855-45A3-8E99-4290ED24057C}"/>
    </a:ext>
  </a:extLst>
</a:theme>
</file>

<file path=docMetadata/LabelInfo.xml><?xml version="1.0" encoding="utf-8"?>
<clbl:labelList xmlns:clbl="http://schemas.microsoft.com/office/2020/mipLabelMetadata">
  <clbl:label id="{6e9eaaf0-3ff7-4de9-8cd4-1ffbd45951b9}" enabled="0" method="" siteId="{6e9eaaf0-3ff7-4de9-8cd4-1ffbd45951b9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591</TotalTime>
  <Words>203</Words>
  <Application>Microsoft Office PowerPoint</Application>
  <PresentationFormat>Laajakuva</PresentationFormat>
  <Paragraphs>26</Paragraphs>
  <Slides>4</Slides>
  <Notes>0</Notes>
  <HiddenSlides>0</HiddenSlides>
  <MMClips>0</MMClips>
  <ScaleCrop>false</ScaleCrop>
  <HeadingPairs>
    <vt:vector size="6" baseType="variant">
      <vt:variant>
        <vt:lpstr>Käytetyt fontit</vt:lpstr>
      </vt:variant>
      <vt:variant>
        <vt:i4>4</vt:i4>
      </vt:variant>
      <vt:variant>
        <vt:lpstr>Teema</vt:lpstr>
      </vt:variant>
      <vt:variant>
        <vt:i4>1</vt:i4>
      </vt:variant>
      <vt:variant>
        <vt:lpstr>Dian otsikot</vt:lpstr>
      </vt:variant>
      <vt:variant>
        <vt:i4>4</vt:i4>
      </vt:variant>
    </vt:vector>
  </HeadingPairs>
  <TitlesOfParts>
    <vt:vector size="9" baseType="lpstr">
      <vt:lpstr>ADLaM Display</vt:lpstr>
      <vt:lpstr>Arial</vt:lpstr>
      <vt:lpstr>Arial Nova</vt:lpstr>
      <vt:lpstr>Grandview Display</vt:lpstr>
      <vt:lpstr>DashVTI</vt:lpstr>
      <vt:lpstr>Flowstate</vt:lpstr>
      <vt:lpstr>Projektin idea</vt:lpstr>
      <vt:lpstr>Projektin tavoitteet ja työtehtävät</vt:lpstr>
      <vt:lpstr>Reflektio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Järvinen Annika</dc:creator>
  <cp:lastModifiedBy>Järvinen Annika</cp:lastModifiedBy>
  <cp:revision>1</cp:revision>
  <dcterms:created xsi:type="dcterms:W3CDTF">2026-05-13T07:18:29Z</dcterms:created>
  <dcterms:modified xsi:type="dcterms:W3CDTF">2026-05-19T14:02:31Z</dcterms:modified>
</cp:coreProperties>
</file>